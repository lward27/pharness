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b8b9d6405b45a3" /><Relationship Type="http://schemas.openxmlformats.org/officeDocument/2006/relationships/extended-properties" Target="/docProps/app.xml" Id="Rf40344d134004f88" /><Relationship Type="http://schemas.openxmlformats.org/officeDocument/2006/relationships/officeDocument" Target="/ppt/presentation.xml" Id="R29beac29504b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e3f826fb141ae"/>
  </p:sldMasterIdLst>
  <p:notesMasterIdLst>
    <p:notesMasterId xmlns:r="http://schemas.openxmlformats.org/officeDocument/2006/relationships" r:id="Rad09907f3a9d4b67"/>
  </p:notesMasterIdLst>
  <p:sldIdLst>
    <p:sldId xmlns:r="http://schemas.openxmlformats.org/officeDocument/2006/relationships" id="256" r:id="R23494465fd744983"/>
    <p:sldId xmlns:r="http://schemas.openxmlformats.org/officeDocument/2006/relationships" id="257" r:id="Rc4d9f05962f94798"/>
    <p:sldId xmlns:r="http://schemas.openxmlformats.org/officeDocument/2006/relationships" id="258" r:id="R7ef63680967e4977"/>
    <p:sldId xmlns:r="http://schemas.openxmlformats.org/officeDocument/2006/relationships" id="259" r:id="R384ac5af2d284635"/>
    <p:sldId xmlns:r="http://schemas.openxmlformats.org/officeDocument/2006/relationships" id="260" r:id="R37e7126b36124edb"/>
    <p:sldId xmlns:r="http://schemas.openxmlformats.org/officeDocument/2006/relationships" id="261" r:id="R8f5d32e54c354ac9"/>
    <p:sldId xmlns:r="http://schemas.openxmlformats.org/officeDocument/2006/relationships" id="262" r:id="R32eff16abbd94caf"/>
    <p:sldId xmlns:r="http://schemas.openxmlformats.org/officeDocument/2006/relationships" id="263" r:id="Raa8a7fed7d4349e8"/>
    <p:sldId xmlns:r="http://schemas.openxmlformats.org/officeDocument/2006/relationships" id="264" r:id="R4f2cb1d65a3e4c5e"/>
    <p:sldId xmlns:r="http://schemas.openxmlformats.org/officeDocument/2006/relationships" id="265" r:id="R290af4461e0c4b0c"/>
    <p:sldId xmlns:r="http://schemas.openxmlformats.org/officeDocument/2006/relationships" id="266" r:id="Rf430f67e335d4b95"/>
    <p:sldId xmlns:r="http://schemas.openxmlformats.org/officeDocument/2006/relationships" id="267" r:id="Rf10cf2aed16d40c1"/>
    <p:sldId xmlns:r="http://schemas.openxmlformats.org/officeDocument/2006/relationships" id="268" r:id="Rf6c5ac8410ce4a4d"/>
    <p:sldId xmlns:r="http://schemas.openxmlformats.org/officeDocument/2006/relationships" id="269" r:id="R78ccef64d07a451b"/>
    <p:sldId xmlns:r="http://schemas.openxmlformats.org/officeDocument/2006/relationships" id="270" r:id="R0c7f3085081648a0"/>
    <p:sldId xmlns:r="http://schemas.openxmlformats.org/officeDocument/2006/relationships" id="271" r:id="R7dab698ba5204692"/>
    <p:sldId xmlns:r="http://schemas.openxmlformats.org/officeDocument/2006/relationships" id="272" r:id="Refbc23083db24c04"/>
    <p:sldId xmlns:r="http://schemas.openxmlformats.org/officeDocument/2006/relationships" id="273" r:id="Re4f905494e164531"/>
    <p:sldId xmlns:r="http://schemas.openxmlformats.org/officeDocument/2006/relationships" id="274" r:id="R4088f48f42fb4ed4"/>
    <p:sldId xmlns:r="http://schemas.openxmlformats.org/officeDocument/2006/relationships" id="275" r:id="R4353d9e626494368"/>
    <p:sldId xmlns:r="http://schemas.openxmlformats.org/officeDocument/2006/relationships" id="276" r:id="R00b7fc88ccfc4dbb"/>
    <p:sldId xmlns:r="http://schemas.openxmlformats.org/officeDocument/2006/relationships" id="277" r:id="Rc9cd92b23eff49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ffe78cec234fe1" /><Relationship Type="http://schemas.openxmlformats.org/officeDocument/2006/relationships/slideMaster" Target="/ppt/slideMasters/slideMaster1.xml" Id="R07fe3f826fb141ae" /><Relationship Type="http://schemas.openxmlformats.org/officeDocument/2006/relationships/notesMaster" Target="/ppt/notesMasters/notesMaster1.xml" Id="Rad09907f3a9d4b67" /><Relationship Type="http://schemas.openxmlformats.org/officeDocument/2006/relationships/presProps" Target="/ppt/presProps.xml" Id="R52f84b57efa24ce1" /><Relationship Type="http://schemas.openxmlformats.org/officeDocument/2006/relationships/viewProps" Target="/ppt/viewProps.xml" Id="R08653138d14d47a9" /><Relationship Type="http://schemas.openxmlformats.org/officeDocument/2006/relationships/tableStyles" Target="/ppt/tableStyles.xml" Id="R877df75fed774a94" /><Relationship Type="http://schemas.openxmlformats.org/officeDocument/2006/relationships/slide" Target="/ppt/slides/slide1.xml" Id="R23494465fd744983" /><Relationship Type="http://schemas.openxmlformats.org/officeDocument/2006/relationships/slide" Target="/ppt/slides/slide2.xml" Id="Rc4d9f05962f94798" /><Relationship Type="http://schemas.openxmlformats.org/officeDocument/2006/relationships/slide" Target="/ppt/slides/slide3.xml" Id="R7ef63680967e4977" /><Relationship Type="http://schemas.openxmlformats.org/officeDocument/2006/relationships/slide" Target="/ppt/slides/slide4.xml" Id="R384ac5af2d284635" /><Relationship Type="http://schemas.openxmlformats.org/officeDocument/2006/relationships/slide" Target="/ppt/slides/slide5.xml" Id="R37e7126b36124edb" /><Relationship Type="http://schemas.openxmlformats.org/officeDocument/2006/relationships/slide" Target="/ppt/slides/slide6.xml" Id="R8f5d32e54c354ac9" /><Relationship Type="http://schemas.openxmlformats.org/officeDocument/2006/relationships/slide" Target="/ppt/slides/slide7.xml" Id="R32eff16abbd94caf" /><Relationship Type="http://schemas.openxmlformats.org/officeDocument/2006/relationships/slide" Target="/ppt/slides/slide8.xml" Id="Raa8a7fed7d4349e8" /><Relationship Type="http://schemas.openxmlformats.org/officeDocument/2006/relationships/slide" Target="/ppt/slides/slide9.xml" Id="R4f2cb1d65a3e4c5e" /><Relationship Type="http://schemas.openxmlformats.org/officeDocument/2006/relationships/slide" Target="/ppt/slides/slide10.xml" Id="R290af4461e0c4b0c" /><Relationship Type="http://schemas.openxmlformats.org/officeDocument/2006/relationships/slide" Target="/ppt/slides/slide11.xml" Id="Rf430f67e335d4b95" /><Relationship Type="http://schemas.openxmlformats.org/officeDocument/2006/relationships/slide" Target="/ppt/slides/slide12.xml" Id="Rf10cf2aed16d40c1" /><Relationship Type="http://schemas.openxmlformats.org/officeDocument/2006/relationships/slide" Target="/ppt/slides/slide13.xml" Id="Rf6c5ac8410ce4a4d" /><Relationship Type="http://schemas.openxmlformats.org/officeDocument/2006/relationships/slide" Target="/ppt/slides/slide14.xml" Id="R78ccef64d07a451b" /><Relationship Type="http://schemas.openxmlformats.org/officeDocument/2006/relationships/slide" Target="/ppt/slides/slide15.xml" Id="R0c7f3085081648a0" /><Relationship Type="http://schemas.openxmlformats.org/officeDocument/2006/relationships/slide" Target="/ppt/slides/slide16.xml" Id="R7dab698ba5204692" /><Relationship Type="http://schemas.openxmlformats.org/officeDocument/2006/relationships/slide" Target="/ppt/slides/slide17.xml" Id="Refbc23083db24c04" /><Relationship Type="http://schemas.openxmlformats.org/officeDocument/2006/relationships/slide" Target="/ppt/slides/slide18.xml" Id="Re4f905494e164531" /><Relationship Type="http://schemas.openxmlformats.org/officeDocument/2006/relationships/slide" Target="/ppt/slides/slide19.xml" Id="R4088f48f42fb4ed4" /><Relationship Type="http://schemas.openxmlformats.org/officeDocument/2006/relationships/slide" Target="/ppt/slides/slide20.xml" Id="R4353d9e626494368" /><Relationship Type="http://schemas.openxmlformats.org/officeDocument/2006/relationships/slide" Target="/ppt/slides/slide21.xml" Id="R00b7fc88ccfc4dbb" /><Relationship Type="http://schemas.openxmlformats.org/officeDocument/2006/relationships/slide" Target="/ppt/slides/slide22.xml" Id="Rc9cd92b23eff49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25eeb10f1248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a692e419284b45" /><Relationship Type="http://schemas.openxmlformats.org/officeDocument/2006/relationships/notesMaster" Target="/ppt/notesMasters/notesMaster1.xml" Id="R8cccfaebe5ac47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e41ae49e3b4a3a" /><Relationship Type="http://schemas.openxmlformats.org/officeDocument/2006/relationships/notesMaster" Target="/ppt/notesMasters/notesMaster1.xml" Id="R0d947be3fffd43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1f062a81d94f71" /><Relationship Type="http://schemas.openxmlformats.org/officeDocument/2006/relationships/notesMaster" Target="/ppt/notesMasters/notesMaster1.xml" Id="R448362bbe9e04f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26bc1ebe44f63" /><Relationship Type="http://schemas.openxmlformats.org/officeDocument/2006/relationships/notesMaster" Target="/ppt/notesMasters/notesMaster1.xml" Id="R2c7b9a3518fb40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8622f79fa4483e" /><Relationship Type="http://schemas.openxmlformats.org/officeDocument/2006/relationships/notesMaster" Target="/ppt/notesMasters/notesMaster1.xml" Id="R76ff3c8c9e6a48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b7bc45f58d4b1f" /><Relationship Type="http://schemas.openxmlformats.org/officeDocument/2006/relationships/notesMaster" Target="/ppt/notesMasters/notesMaster1.xml" Id="Rc9ee4ef489eb4f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b0a12fd5543c7" /><Relationship Type="http://schemas.openxmlformats.org/officeDocument/2006/relationships/notesMaster" Target="/ppt/notesMasters/notesMaster1.xml" Id="Rf30856eca5eb4b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b8c1f56511482d" /><Relationship Type="http://schemas.openxmlformats.org/officeDocument/2006/relationships/notesMaster" Target="/ppt/notesMasters/notesMaster1.xml" Id="R174edce51c2d4a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58db1a9039419b" /><Relationship Type="http://schemas.openxmlformats.org/officeDocument/2006/relationships/notesMaster" Target="/ppt/notesMasters/notesMaster1.xml" Id="R844a1d65dd8646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7a69805d5d47b5" /><Relationship Type="http://schemas.openxmlformats.org/officeDocument/2006/relationships/notesMaster" Target="/ppt/notesMasters/notesMaster1.xml" Id="Rcc251ce5de904b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1a9150d1524913" /><Relationship Type="http://schemas.openxmlformats.org/officeDocument/2006/relationships/notesMaster" Target="/ppt/notesMasters/notesMaster1.xml" Id="Ra31465b0add7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cbf92499e364900" /><Relationship Type="http://schemas.openxmlformats.org/officeDocument/2006/relationships/notesMaster" Target="/ppt/notesMasters/notesMaster1.xml" Id="R5b99f90263c94c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71bcba6b0a4bad" /><Relationship Type="http://schemas.openxmlformats.org/officeDocument/2006/relationships/notesMaster" Target="/ppt/notesMasters/notesMaster1.xml" Id="R6904df1e26db4d0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c56b0542ac4051" /><Relationship Type="http://schemas.openxmlformats.org/officeDocument/2006/relationships/notesMaster" Target="/ppt/notesMasters/notesMaster1.xml" Id="R4841174a0c2f47d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9cf4af867f4891" /><Relationship Type="http://schemas.openxmlformats.org/officeDocument/2006/relationships/notesMaster" Target="/ppt/notesMasters/notesMaster1.xml" Id="R2cb214ce0e9346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5b429bb66d46f2" /><Relationship Type="http://schemas.openxmlformats.org/officeDocument/2006/relationships/notesMaster" Target="/ppt/notesMasters/notesMaster1.xml" Id="R206ec77ca61043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e972f49304ba9" /><Relationship Type="http://schemas.openxmlformats.org/officeDocument/2006/relationships/notesMaster" Target="/ppt/notesMasters/notesMaster1.xml" Id="Rd553ba334b094c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0b01bd0b274ede" /><Relationship Type="http://schemas.openxmlformats.org/officeDocument/2006/relationships/notesMaster" Target="/ppt/notesMasters/notesMaster1.xml" Id="Rbf3acf7a4d7642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bf3d22ec4647a0" /><Relationship Type="http://schemas.openxmlformats.org/officeDocument/2006/relationships/notesMaster" Target="/ppt/notesMasters/notesMaster1.xml" Id="Rd48cb1fc91b845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c59ddf2c75e4b36" /><Relationship Type="http://schemas.openxmlformats.org/officeDocument/2006/relationships/notesMaster" Target="/ppt/notesMasters/notesMaster1.xml" Id="R8db178a3ab704b2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e63e0346034b11" /><Relationship Type="http://schemas.openxmlformats.org/officeDocument/2006/relationships/notesMaster" Target="/ppt/notesMasters/notesMaster1.xml" Id="Rd6b4783e5a39407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1c83434e9e94eef" /><Relationship Type="http://schemas.openxmlformats.org/officeDocument/2006/relationships/notesMaster" Target="/ppt/notesMasters/notesMaster1.xml" Id="R848c0ea800984e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65bf42fff46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eb84511605461c" /><Relationship Type="http://schemas.openxmlformats.org/officeDocument/2006/relationships/slideLayout" Target="/ppt/slideLayouts/slideLayout1.xml" Id="Ra3a2fd13ace145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a2fd13ace145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c8ee8ee884f74" /><Relationship Type="http://schemas.openxmlformats.org/officeDocument/2006/relationships/notesSlide" Target="/ppt/notesSlides/notesSlide1.xml" Id="Ra1e89552f972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5b508f1fc4e1d" /><Relationship Type="http://schemas.openxmlformats.org/officeDocument/2006/relationships/notesSlide" Target="/ppt/notesSlides/notesSlide2.xml" Id="Rcae5d824800c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f873e4bbc466a" /><Relationship Type="http://schemas.openxmlformats.org/officeDocument/2006/relationships/notesSlide" Target="/ppt/notesSlides/notesSlide3.xml" Id="Rb0a886655bcb4d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7a289e5ece4388" /><Relationship Type="http://schemas.openxmlformats.org/officeDocument/2006/relationships/notesSlide" Target="/ppt/notesSlides/notesSlide4.xml" Id="R30bd75c1cd80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6bd8d83b94e89" /><Relationship Type="http://schemas.openxmlformats.org/officeDocument/2006/relationships/notesSlide" Target="/ppt/notesSlides/notesSlide5.xml" Id="Radc78b4029e442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03dfa5b1f741f8" /><Relationship Type="http://schemas.openxmlformats.org/officeDocument/2006/relationships/notesSlide" Target="/ppt/notesSlides/notesSlide6.xml" Id="Re9ba7e265dff40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942c3d3da4db4" /><Relationship Type="http://schemas.openxmlformats.org/officeDocument/2006/relationships/notesSlide" Target="/ppt/notesSlides/notesSlide7.xml" Id="R3d242bc157e345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31aac01254516" /><Relationship Type="http://schemas.openxmlformats.org/officeDocument/2006/relationships/notesSlide" Target="/ppt/notesSlides/notesSlide8.xml" Id="R6bb6bd481751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589e05f84832" /><Relationship Type="http://schemas.openxmlformats.org/officeDocument/2006/relationships/image" Target="/ppt/media/image.jpeg" Id="Rf4337c00f96c4667" /><Relationship Type="http://schemas.openxmlformats.org/officeDocument/2006/relationships/notesSlide" Target="/ppt/notesSlides/notesSlide9.xml" Id="R83b905510af54f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f0a2e4d484f54" /><Relationship Type="http://schemas.openxmlformats.org/officeDocument/2006/relationships/notesSlide" Target="/ppt/notesSlides/notesSlide10.xml" Id="R8040b7bb67144f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3ea3546af448e" /><Relationship Type="http://schemas.openxmlformats.org/officeDocument/2006/relationships/notesSlide" Target="/ppt/notesSlides/notesSlide11.xml" Id="R6a5b186b6f4f45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dbac188b74104" /><Relationship Type="http://schemas.openxmlformats.org/officeDocument/2006/relationships/notesSlide" Target="/ppt/notesSlides/notesSlide12.xml" Id="R90cc71c07a704a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5c831e4f14ffd" /><Relationship Type="http://schemas.openxmlformats.org/officeDocument/2006/relationships/notesSlide" Target="/ppt/notesSlides/notesSlide13.xml" Id="Rd90f5fc02c3249a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0a46a8f7c4056" /><Relationship Type="http://schemas.openxmlformats.org/officeDocument/2006/relationships/notesSlide" Target="/ppt/notesSlides/notesSlide14.xml" Id="Rc3956265c60947c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a58b288da411a" /><Relationship Type="http://schemas.openxmlformats.org/officeDocument/2006/relationships/notesSlide" Target="/ppt/notesSlides/notesSlide15.xml" Id="R23a316c2ab5946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d76be91a84b8c" /><Relationship Type="http://schemas.openxmlformats.org/officeDocument/2006/relationships/notesSlide" Target="/ppt/notesSlides/notesSlide16.xml" Id="R29fc5f3d442741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9058b21914785" /><Relationship Type="http://schemas.openxmlformats.org/officeDocument/2006/relationships/notesSlide" Target="/ppt/notesSlides/notesSlide17.xml" Id="R9b0b69deee1340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18d7e932c4db0" /><Relationship Type="http://schemas.openxmlformats.org/officeDocument/2006/relationships/notesSlide" Target="/ppt/notesSlides/notesSlide18.xml" Id="R68237ad9fef94f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58564b84e4b1a" /><Relationship Type="http://schemas.openxmlformats.org/officeDocument/2006/relationships/notesSlide" Target="/ppt/notesSlides/notesSlide19.xml" Id="Re0995bd678da433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ad3da29fe4277" /><Relationship Type="http://schemas.openxmlformats.org/officeDocument/2006/relationships/notesSlide" Target="/ppt/notesSlides/notesSlide20.xml" Id="R5a69ac4c14a847e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6bde8384a4491" /><Relationship Type="http://schemas.openxmlformats.org/officeDocument/2006/relationships/notesSlide" Target="/ppt/notesSlides/notesSlide21.xml" Id="Rfee55016fd134ab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fda7038f54fda" /><Relationship Type="http://schemas.openxmlformats.org/officeDocument/2006/relationships/notesSlide" Target="/ppt/notesSlides/notesSlide22.xml" Id="R53af2d24089c45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9341A-C555-4FF5-A70B-51D2E8D1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F9310-5C01-4016-8015-7166D3B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7552C-4852-49D2-BE0D-A1A78432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EFE9A-B913-44DB-A9E2-70BDA733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A49DD-32AE-4878-A9EA-F0A74C71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4DC91-18A6-4E62-B27A-8A41AA0B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3FC99-8728-406A-8DA2-A1C6C5F7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990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C33"/>
          </a:solidFill>
          <a:ln xmlns:a="http://schemas.openxmlformats.org/drawingml/2006/main" w="19050">
            <a:solidFill>
              <a:srgbClr val="32D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DBFEE-5CFF-4877-AC82-8200A746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514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68C4B-0F70-409B-AB21-8CD76FE6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31445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6EAE05-2918-41D4-B110-109210D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098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An agent harness as an SDLC control plane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5FFB5-8C62-474F-B4D4-FDE611F3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9560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2D7DF"/>
                </a:solidFill>
                <a:latin typeface="Aptos"/>
                <a:ea typeface="Aptos"/>
                <a:cs typeface="Aptos"/>
              </a:rPr>
              <a:t>Local-first today. Cluster-native by design.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FF5DF-0FDC-47BF-A475-79BB2E9B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7D942-A68B-415A-9C3F-97FEF9CD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C398A7-581A-4892-8355-4FE91E7D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986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Meetup framing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963D7-E4E0-4760-B380-DB849DE4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 casual technical story about why PHarness exists, what has been built, and where the hard engineering problems actually are.</a:t>
            </a:r>
          </a:p>
        </p:txBody>
      </p:sp>
    </p:spTree>
    <p:extLst>
      <p:ext uri="{BB962C8B-B14F-4D97-AF65-F5344CB8AC3E}">
        <p14:creationId xmlns:p14="http://schemas.microsoft.com/office/powerpoint/2010/main" val="11065065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60E9D4-76C2-4807-96A0-39B830A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F5978-0509-4D8A-87A9-1EDDBB2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BC158-5E01-4B6E-996B-D56AF1E2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D0A59-7CFA-4B7B-9ADD-376A296F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9D8F5-C960-4CFF-84D8-DD257C9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3CE76-3F01-4042-9845-0F257EC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466A2-157A-4CE1-A1B8-5EA27814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A5A87-E9CB-4499-A313-4ADF6F84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The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EEA7CD-497D-4FE6-B98B-A218142F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hard part is not making a model call a tool.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BE160-23C8-4551-ACB9-9516BA57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9BDF8-2B34-47D9-A994-940156AB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preserve operator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F64F6B-8677-4991-959D-45E724F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8F13B-DACC-4AF5-BB61-91A08A04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enforce policy boundaries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6861C-5E26-44B5-9945-E5817480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FF687-863F-466D-A528-CB0B2765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make actions replayable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0C8171-1F4D-4A83-8E45-838B03F8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08FD8-D952-4151-B6AF-29D6C256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attach durable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52E0BD-9FE4-467F-BFC8-E939E045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254A0-44BA-4181-A0BC-392AE7DF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keep rollback context visible</a:t>
            </a:r>
          </a:p>
        </p:txBody>
      </p:sp>
    </p:spTree>
    <p:extLst>
      <p:ext uri="{BB962C8B-B14F-4D97-AF65-F5344CB8AC3E}">
        <p14:creationId xmlns:p14="http://schemas.microsoft.com/office/powerpoint/2010/main" val="21251741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95BC9C-6FFA-4B29-92AA-3067E2A7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4D467-F6A1-4ECD-9100-2760F831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8ACA31-159B-475C-96AE-406B3111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3E25D-C783-4EAE-AC43-3A7B3309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51D5D-3554-41C6-956F-6D537CAB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DA186-89BF-4A3F-B711-2B6ED22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98026-32D8-41FD-9FD4-C529D732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778B4-2C93-418D-B80E-BEFD0F4E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Why build this?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A266BF-5130-4E65-AF05-58A09D71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Agent tools blur trust domains that should stay separate.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22FF3-7D20-4206-BC2C-735C130E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071E7B-0A17-4505-B769-6BC9065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4A616-3200-4209-910C-6C76D9B4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645FCC-99BE-4352-8563-432AA2C3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Useful for exploration, weak as an audit boundary.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E9D44F-647F-4CB2-B012-28B17981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57A3B-2EA9-48E0-9B85-25D1FE84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BAE2D-57EA-4BEF-955C-FED4D05C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Local automation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CE6B4-FC89-4477-B507-4F868A78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Fast feedback against a repo, shell, git, and tests.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E34DBA-9810-4362-91D5-6B89B99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CAB79-4AA3-437B-80C0-BCE362B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85DD3-3551-4C1F-AE19-9691976C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Delivery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D66F35-72B2-4390-BDA7-24F76133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Needs policy, evidence, approvals, and rollback.</a:t>
            </a:r>
          </a:p>
        </p:txBody>
      </p:sp>
    </p:spTree>
    <p:extLst>
      <p:ext uri="{BB962C8B-B14F-4D97-AF65-F5344CB8AC3E}">
        <p14:creationId xmlns:p14="http://schemas.microsoft.com/office/powerpoint/2010/main" val="19980809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2B5B60-362B-4C7B-97FE-002D347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BEE71-DB51-457B-9C60-531B16C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1BC30-A79D-4DD1-BC8E-E78E3660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2FAE4-BBE9-44DF-AD87-0F771ADD8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41DEE-BE21-4B3F-9416-A49BCC11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01FEC-7718-4194-A79C-48C0B216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FE1E7-C16C-4E02-A2F4-FB234BFD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C4C4A-055E-4A60-9422-BE6EFD0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Philosophy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1687B-8E18-41D1-B028-A78461C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Small runtime, explicit boundaries, durable state.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80756-76D8-4E32-AF79-16BF4A43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34468-3D7C-48B2-9FB4-E18B4E2E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small surface area beats plugin sprawl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D4015-7FBE-41A1-B979-25D4125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49B76-BA0E-4676-8869-DA127364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typed actions beat opaque shell commands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3070CB-75F6-4BDF-BB9C-987AC072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927450-9CB1-4A38-90B9-8870CB0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policy belongs in the runtime, not the prompt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38558A-8C25-403A-9289-AA9D44D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52995-F536-48AC-A2F4-1A62B5C8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autonomy should be bounded by explicit envelopes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B1707-1107-4F3B-A0FA-ECD2C6C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7BF196-4014-400D-A7C6-A87A50FC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chat is secondary to runs, evidence, and audit</a:t>
            </a:r>
          </a:p>
        </p:txBody>
      </p:sp>
    </p:spTree>
    <p:extLst>
      <p:ext uri="{BB962C8B-B14F-4D97-AF65-F5344CB8AC3E}">
        <p14:creationId xmlns:p14="http://schemas.microsoft.com/office/powerpoint/2010/main" val="778483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12C315-2591-4E94-91CC-8498A6DA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DCE31E-EFE1-42B4-8E81-F0E1A23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63F2B-5B16-4655-A47D-82D1381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5343-B57F-4F51-8BAE-38119B01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3CE28-60F6-4B73-80F6-0965C1E1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ACB47-BA20-426A-948A-7C4364AE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DAA8F-E52B-491C-888E-F2A14335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5B3FD-B913-4672-9AF9-F2CECFA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What PHarness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768C6-E774-4A1A-AB64-140B9B66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 local-first Rust agent harness designed to grow into a Kubernetes-native delivery runtime.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86A872-D2C1-4756-8C73-108A064D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C4FB8F-91C9-481C-83F7-A97020BE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Fireworks-first model provider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8FCF9C-7998-42C9-92CD-1F59229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0850F-59C5-4A1D-906F-A44E1257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one-action-per-turn agent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B3741-E217-4CBE-947C-DB081D3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DE671-CA7A-4572-A5ED-F58F1DF0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file, shell, git, patch, and typed read capabilities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F128A-9F80-4A42-83E3-946A4231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67257-7AC1-40FD-B943-61F403D8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conservative safety policy and approval resume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6A2D7-43D6-4E51-83FB-7D43D30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C6783-4D02-421D-B8CB-A42739A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durable SQLite-backed sessions, events, artifacts, diffs, observations, gates, grants, and audit</a:t>
            </a:r>
          </a:p>
        </p:txBody>
      </p:sp>
    </p:spTree>
    <p:extLst>
      <p:ext uri="{BB962C8B-B14F-4D97-AF65-F5344CB8AC3E}">
        <p14:creationId xmlns:p14="http://schemas.microsoft.com/office/powerpoint/2010/main" val="17039575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6893F-FFDC-4D74-9D9E-7F6841B2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7A07F4-05F6-4096-A5E4-32E51A13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193F3-83D8-4AB9-A1E5-185DBEAE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35C2D-0E18-4EE5-B1ED-B71FDB82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A0E447-392E-405C-95A6-7B05090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1DD5B-359C-4EC9-AD70-7D028C17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0B23A-D83A-495F-94C7-4F60E0B7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76D766-76BB-42FD-B7B4-91C6EE2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What it is not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B62DF-EFB4-4E34-955D-D3FF21B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non-goals are as important as the goals.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11793-DF40-4DBF-8FAC-49E8292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6A9C2-0A07-4A90-98C3-51EEE1A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not a plugin marketplace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B4785-F2C3-4A10-94C0-F285D382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133F9-D372-472F-9F3F-DB31F2CE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not an MCP-first 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239D2-3380-4F74-ABAF-D0759B1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C2C60-31E2-4503-92FB-BBEA445E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not a chat UI with tools bolted 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1078D-9BF2-483A-A44E-C3055DFD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58E70-16E3-4088-A981-25F5C51A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not a hidden permission bypass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3494AF-6005-4243-9436-0AF07449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B4CDD-7E3D-4541-B86E-A32F24A4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not an autonomous production deployer</a:t>
            </a:r>
          </a:p>
        </p:txBody>
      </p:sp>
    </p:spTree>
    <p:extLst>
      <p:ext uri="{BB962C8B-B14F-4D97-AF65-F5344CB8AC3E}">
        <p14:creationId xmlns:p14="http://schemas.microsoft.com/office/powerpoint/2010/main" val="339828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465596-89F1-4E7D-ACD1-CF2B09F2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26D5B-167E-42FB-846C-017C41E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9B69-DEF3-4D09-84B5-76918ED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6F400-8213-437D-BD40-F5623F0C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6CFAA-C27E-4A38-BCAF-6700779E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B20AED-8B5F-48BC-8989-2E282EAA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7B431-9FF4-40EB-B462-DDF69CCE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29C03-F462-489D-9909-835DA4EE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1B9330-C40C-420E-9040-056E2F20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control-plane slice exists now.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4CCF6-5A4B-44ED-8DD3-B6EB5058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233B-83E3-4F71-BE3A-64C35BD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run API, worker execution, and SSE event streaming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D3FDF-E530-4E40-81A1-F0822AB8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BBC83-FD05-4B2D-9E4E-1B2765E5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Fireworks native tool calling as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02B86-2B08-42AF-9520-2C6E26FE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38434-699F-4F9E-B768-52D8A11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approval queues and exact action 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58857-2D8D-4008-B7C8-48E0A13F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ACD88-2E7F-413F-B561-B9A76E58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typed read-only Kubernetes, Argo, Tekton, Prometheus, and Loki capabilities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E88754-EDFA-47D4-A172-76F4210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A1E6A9-99C7-4506-80C1-1DAC7749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durable observations, incidents, remediation plans, work plans, change sets, approval gates, permission grants, and audit events</a:t>
            </a:r>
          </a:p>
        </p:txBody>
      </p:sp>
    </p:spTree>
    <p:extLst>
      <p:ext uri="{BB962C8B-B14F-4D97-AF65-F5344CB8AC3E}">
        <p14:creationId xmlns:p14="http://schemas.microsoft.com/office/powerpoint/2010/main" val="4947499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C1C27-2D31-47DA-BEC0-D548BEE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16D22-F3CD-43EA-83F6-623279AA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6627A-ACC4-42B2-87E3-618AFA8A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A3ED78-DF08-4B3A-95E0-10D968C2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98DF-5135-4FE4-97D1-E5F90907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3FB21-E78B-4B24-B5DD-1EEE5BB6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A1793-2748-4052-A2BF-6DB57608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3BB2D-8647-4D92-BD9D-C89A8F1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Local-first, cluster-native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351E6-8B56-48AA-891B-0398418C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V1 runs locally, but the nouns are shaped for the cluster.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1F38A-77CF-45F7-886A-AAA380D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32D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67A98-9B2C-4134-96F0-26190F73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337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ExecutionTarget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B2963-EE13-4786-98DA-6315DCE5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67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F2BC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24237-8024-4789-BED9-A04BA9FA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337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ResourceRef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5375B-C1F6-47DF-B613-F3A78D2B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670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32D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2BBB17-4B36-4752-B29C-90C8675E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337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ArtifactRef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0BA9E-8BAF-47BA-B11F-28FFEA83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F2BC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7218B-2AEC-4F31-8CC9-C17AAC95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814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CapabilityKind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12437B-4AC6-43F3-8F3C-3C14C170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1475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32D7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D657D9-1A9E-43A1-855B-AD3F123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814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RunScope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6F50C5-1C2B-473B-AD45-632470EA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point is to avoid painting V1 into a corner while still keeping the first useful implementation small.</a:t>
            </a:r>
          </a:p>
        </p:txBody>
      </p:sp>
    </p:spTree>
    <p:extLst>
      <p:ext uri="{BB962C8B-B14F-4D97-AF65-F5344CB8AC3E}">
        <p14:creationId xmlns:p14="http://schemas.microsoft.com/office/powerpoint/2010/main" val="14847305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E1238C-3ADC-4CE9-AEFB-245A6F45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9268E-FB04-4106-85AE-9069F858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9F94C-3331-4BEF-AE3E-2DD90447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386AF-0B30-4061-A305-F9042E7E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6600D-7F29-4E58-A573-8DAB63B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5BB54-D48F-4DD3-99A9-0A4F3167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C192A-1793-49F5-829C-B710666B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DB431-85EF-472C-AEEC-480F6B9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What the operator sees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D6D040-7823-4EFF-B9B4-A1B6AD9F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Flow, Queue, Approvals, and Approval Gates are lenses over the same resources.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37c00f96c4667"/>
          <a:stretch xmlns:a="http://schemas.openxmlformats.org/drawingml/2006/main"/>
        </p:blipFill>
        <p:spPr>
          <a:xfrm xmlns:a="http://schemas.openxmlformats.org/drawingml/2006/main">
            <a:off x="2689225" y="2476500"/>
            <a:ext cx="660400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67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B309AF-8C65-4FB9-88D8-B500ABEA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1D76-7CA7-4132-AEBE-D6ED244F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35A5E6-B8FE-42C0-AAEE-78528873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E4007-1584-42BE-A29C-9653F5CF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BFAD3-3A6E-4B4D-8EF4-45B36EDA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48052-F265-42FA-B484-AE9A58BE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52A95-2B71-4DF6-B7EF-12C89D02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RESOURCE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1A80E-C5B8-4050-84A8-567997A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The SDLC shape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D99A4-3D53-49A5-8728-96564E0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Future CRDs, current database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6F2978-1337-4AC6-9F75-CFA0BF1C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0A25A-A79D-457D-8A11-E2E81D79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WorkItem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D58020-DFBA-4A40-89EF-CCEE8C4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A9670-E670-4A5E-ABE6-3E90BF6F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B6C2C-B914-464C-9642-B537ACA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BB648-B733-45B3-97C1-F037B7DA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WorkPlan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DA591-E59E-4608-8421-3F2018AF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5303BF-091D-4548-8EF5-F9C3915F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B91D9-AAED-4258-8AFB-CCD58F4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E98ACD-217B-4F5D-811F-96A8A989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ChangeSet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ACD0A-8D3B-4560-BAE6-97CD5B87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BC826-DFCA-4033-ADD4-D2D48752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996A9A-61D9-4853-B0A1-305D055B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F2BC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5AF95-7ADA-4452-8989-B59348F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PipelineIntent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D9EBD-811B-4FF6-9507-0305AEFF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80E23-2AF4-41F6-922E-AF9B5BB9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427184-E56C-45F6-B2C8-470CF55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F2BC2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17C2D4-5573-436D-9CB3-1AC637E4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PipelineRunAnalysis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9F915D-0684-4C7F-BBCB-B2BFA67F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473CD8-463B-4D06-B238-C93F195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47E9F9-7998-4856-8D13-774BDE39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6D8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FE9654-53C4-4E1C-961E-CE55887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DeploymentIntent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3979BB-2C05-484A-AA5A-D00A415F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480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92288C-F660-48EA-A1C5-696AB94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3200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F0C0D7-BAEE-441C-ACE1-18C0E452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857500"/>
            <a:ext cx="1257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6D8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FFBC00-ABF3-4532-9396-89F5D423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09900"/>
            <a:ext cx="990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EE9385-5929-46E1-A290-E34DCDC6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62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45A8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DAC055-C729-4A56-BDEC-D8AA88E7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149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Observation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7C78B5-BFDA-4664-AC60-024421C2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01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read-only fact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60C3D4-5BFA-4098-AC7B-C5F5F743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054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354B39-39AB-4B0D-AA22-1C928517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6E605F-BCB7-4959-96B3-8FE43C4E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62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FF584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B82CF-314E-4D59-9850-AC11EC5D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149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Incident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19018A-DEB7-4F21-81DD-8D68C9B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101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EC6927-22AD-4007-9545-CFEDA8B6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38078B-DD23-491D-8E83-9A8A1858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65C925-7AF6-477A-B1CF-CCDFAE2A2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625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A985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EC8748F-76E9-446B-8170-BC92E49C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1490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RemediationPlan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09D285-95C3-472B-B86F-19D80A39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2101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6AA8693-100D-4AF2-BF76-FD0DFE2E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05400"/>
            <a:ext cx="533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F8F175-D1FA-4FDE-A050-2200E9CD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057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F2CB7B-9205-4E0A-8FD2-50B857DD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F48B81-F0EA-43F4-BDE5-916D9EC5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1490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WorkPlan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015E6C-7940-4903-9A2A-0EFCAE4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handoff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05F8C42-8133-4AF9-92F4-4213B1E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36D86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463D75-8D1F-4A89-AAB8-C8DD202C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29325"/>
            <a:ext cx="2724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6D86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6D86B"/>
                </a:solidFill>
                <a:latin typeface="Aptos"/>
                <a:ea typeface="Aptos"/>
                <a:cs typeface="Aptos"/>
              </a:rPr>
              <a:t>PermissionGrant bounds autonomy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45470A-52C4-4211-A3A1-9C6A830E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96265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F2BC2E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DABA7B-4486-4B89-B53E-1EE7BD2D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6029325"/>
            <a:ext cx="2914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ApprovalGate gates risky transitions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911B94-8715-4668-B1E9-EE196B7B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962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1"/>
          </a:solidFill>
          <a:ln xmlns:a="http://schemas.openxmlformats.org/drawingml/2006/main" w="9525">
            <a:solidFill>
              <a:srgbClr val="45A8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07E8BFE-01CA-42FB-A0AF-E732C0BC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29325"/>
            <a:ext cx="2438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5A8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5A8FF"/>
                </a:solidFill>
                <a:latin typeface="Aptos"/>
                <a:ea typeface="Aptos"/>
                <a:cs typeface="Aptos"/>
              </a:rPr>
              <a:t>AuditEvent records decisions</a:t>
            </a:r>
          </a:p>
        </p:txBody>
      </p:sp>
    </p:spTree>
    <p:extLst>
      <p:ext uri="{BB962C8B-B14F-4D97-AF65-F5344CB8AC3E}">
        <p14:creationId xmlns:p14="http://schemas.microsoft.com/office/powerpoint/2010/main" val="123638644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8F185-355E-4BAC-8C7A-1FF12BD7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F83D46-E271-427F-B076-0AB57AA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5C96A-F228-4F99-8379-273738CA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70DEA-D105-4C48-A4A9-582960637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133B-D8EE-467C-A85D-FE801402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34ACF-6E3C-4675-ADF4-B9ABDAF2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12EA5-0BF0-4113-A609-8F5B5085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00881-4F0E-4118-95EB-7BDCABE6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Runtime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A4A6F-5A08-4656-AD0B-0DD87CBB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model proposes. The runtime decides. The store remembers.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39319-7CF1-44A7-BC77-52AD3CA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E48F40-CDBD-46A2-8DCC-CB3ABAD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CLI / API /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1B4E7-6704-45B5-8AEF-02A6705A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DCBA3-7BB7-4526-AFC7-A63812DE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27921-539F-4E01-8435-CDBF55B5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5CDCD-E25D-4406-B282-F47A1ACA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051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Run Queue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2B404-4B88-4FD1-9549-027F31D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95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FC8F5-65B3-4C3C-B6A7-9C5ED313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E8618-8106-4586-89A9-609DD085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527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F2BC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BA3DF4-E91E-476C-8D04-DDAAB3C6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051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896BE-3F8E-41C0-83D4-F4C87364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BAAF5-4240-4EB0-AD74-B285CDBA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D4284-3BDB-4675-BCB3-F7187683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1428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A98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F855F8-7DE3-4681-AF60-3B4CFFDD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116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Fireworks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573B02-48B8-40CC-A257-6AC3432F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F4CD4B-9558-4002-A4FB-33CDD4B3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2480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5125CC-DB68-4BA7-B880-5C819992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527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6D8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392D3-DE22-496F-8059-D139EAA8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AgentAction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FEA16-7821-4872-B8EF-3D7776F7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FF58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06355-22B3-4A41-8910-A27BE409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148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SafetyPolicy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25A03B-718C-4F85-B650-EE7A37DD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624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32D7D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A4F46B-35A7-46C5-B393-549B588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14850"/>
            <a:ext cx="1352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ToolExecutor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3288D4-8084-45CE-AA2C-CD2B474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753100"/>
            <a:ext cx="400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C"/>
          </a:solidFill>
          <a:ln xmlns:a="http://schemas.openxmlformats.org/drawingml/2006/main" w="11430">
            <a:solidFill>
              <a:srgbClr val="45A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56D748-6E11-484E-B491-8601647E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905500"/>
            <a:ext cx="3733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Store: events, artifacts, 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32408-3758-4107-A12C-EB832ACB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147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43652-0C3E-4831-BD1A-1680D6CE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2440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DC724-3523-44AA-A834-69FE7E11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05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186199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FB694-3CDE-4D15-9436-2E991186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5233-04D1-4E40-B335-B742FB4F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DBC4C-1757-4E50-A6CD-76DE9645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F926F-854C-4C12-AB84-369CA976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FFD67-64C5-4DE4-86BA-EA237A2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68C3A-D57F-4BAE-A272-6475C13C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C3D086-E830-4BE2-B1CD-AE5AE541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5DA25-C5DF-4BA5-BAE0-A860EA7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One action per turn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4ECEC-FF8D-4599-843F-A1EFBE64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 narrow loop makes policy, replay, and approval resume tractable.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87377-8BEF-4037-B565-A5DE8F3C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9A406-87D3-4AA3-8173-4B100CCA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model 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3D910-32BE-46D5-9B0D-931FBCA2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887FD0-2322-43E5-A07F-937F82A4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one proposed AgentAction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0B27F-8C6F-490E-9438-8FE6122B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49344E-E4CD-43C2-A23F-5AA0A58C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shape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3CB6C7-2F99-408F-96A5-8F3782E7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B64B1-ABE3-4FB6-ABAE-CE89665B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policy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0D9D3-6CE3-4FF1-9499-E2D2C532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F6692-8317-441B-8349-FFFB6770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execute / pause / deny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0EF519-37A2-41CB-87E8-6AC31B3F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09BE9-C131-4A3A-BF7E-69CB1DAD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append result</a:t>
            </a:r>
          </a:p>
        </p:txBody>
      </p:sp>
    </p:spTree>
    <p:extLst>
      <p:ext uri="{BB962C8B-B14F-4D97-AF65-F5344CB8AC3E}">
        <p14:creationId xmlns:p14="http://schemas.microsoft.com/office/powerpoint/2010/main" val="7380159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19A47D-758C-4A90-9C45-A837E14C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7E68E-5C3A-4BD0-B278-2C9392DB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0E355-70D4-4E5E-A8A1-CEB9C8EF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3E403-3E09-46AE-90C6-CF773355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4A453-9365-4252-88E2-879EA72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0FAB5-FB61-434E-B86C-0F44683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656D4-DC4F-48BE-B9B5-5B287CBC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DE410-A323-462D-8A71-7074B831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Policy is a runtime contract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2672A-F693-47E7-80F6-3F45C846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 resumed run should not inherit config drift by accident.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7E3D6-40F8-4D06-8A7C-76BA0703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7D437-BA25-4943-AEFB-0CA5FFE4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read-only actions allowed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4FA53-3B75-42ED-B098-4D37029E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BFA16-9B05-48D3-8DD6-41E8BC7C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file writes ask by 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86565-4FD5-48B0-9371-8B77204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A60D1-E2AA-401D-AF40-B18E6719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network and destructive shell commands ask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C4DE5-8C85-404C-AFCE-8E092B5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086840-B3C2-41D9-AC30-E6952382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privileged and secret-shaped actions deny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F0C24D-9119-49EE-A19C-5B83CAEE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C6738-9131-4A7B-B5F7-B25CF94F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typed cluster reads allow unless secret-shaped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88E828-C180-48A2-B783-BBF09A41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4649C6-0E1A-49D4-9CFD-443A6807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530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grants cannot override denials</a:t>
            </a:r>
          </a:p>
        </p:txBody>
      </p:sp>
    </p:spTree>
    <p:extLst>
      <p:ext uri="{BB962C8B-B14F-4D97-AF65-F5344CB8AC3E}">
        <p14:creationId xmlns:p14="http://schemas.microsoft.com/office/powerpoint/2010/main" val="96805536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8236C-E241-42FD-9494-B5C3A3539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1C9BD-0D70-4B42-B1B8-7851A384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AB90F-1841-482D-A4BE-444603FC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27174-E16B-4130-A3A0-1A68F58ED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8F6B7-6070-407B-8A1B-97DB923E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0C9B4-83D7-4430-BCAB-EA5628B5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6E18E-0D00-4010-A586-D129789A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FEC782-5924-42B3-A55F-39AF974E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Two approval surfaces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DBD64-C902-408F-9880-7BE36F9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Tool approvals and governance gates are different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FAC0-1C8B-4BB5-9403-4687D2C8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1947C-6A88-4E5F-92CD-B224FBC1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95C08-DE62-4F90-9811-B5690C33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Tool approval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D4D7B-E7A7-463D-961E-04DD2593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81400"/>
            <a:ext cx="3962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May this paused run execute this exact action?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Decision verbs: approve / deny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DC4F8-F513-4FF8-AFEE-AC5D3E9B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4381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F046B-57F1-457B-9C05-0C0BACFD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5CD404-EC06-4431-AD80-1D12AA72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38500"/>
            <a:ext cx="3962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5B8B71-107F-4C80-87F2-12FCC287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39624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Has this governance checkpoint been satisfied?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Decision verbs: satisfy / waive / reject</a:t>
            </a:r>
          </a:p>
        </p:txBody>
      </p:sp>
    </p:spTree>
    <p:extLst>
      <p:ext uri="{BB962C8B-B14F-4D97-AF65-F5344CB8AC3E}">
        <p14:creationId xmlns:p14="http://schemas.microsoft.com/office/powerpoint/2010/main" val="645839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F75DC-0E13-47F0-8A09-0E9ED9A2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FD477-61C9-4C43-B8CC-F2AB2B5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8610F-BB2A-4F76-846B-29425A1C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3D093-5298-465A-B170-872CDE3D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021C1-99CE-4D8E-AAF5-44A11C0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332D8-2985-4DC2-B08D-1150DF6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8788-0F76-4599-870B-D3CF1231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48A5E-AF27-46E6-9746-320AF93B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Typed capabilities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788F8-CB22-4EF0-8C60-52ECFBCB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Production delivery should not become a pile of shell wrappers.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A8E20-6529-44E3-9785-18D25D5A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5F524-B25D-45DC-8021-1078A712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kubernetes_get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D93B5-5351-485A-B4C4-AF63CBA4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24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01ECD-A3C2-4667-99D4-05A9586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194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argo_get_app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4153AB-8AFF-4B14-8961-01FDB7C5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B35056-BD89-4CFC-9DCF-AABE8FD1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6195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tekton_get_pipeline_runs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CBF54-5F98-4D04-AA0A-7CD01A85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79FA45-54F1-4A87-9C9D-94273D47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0195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tekton_get_task_runs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4F457C-18F5-415C-B2CA-D94A71BB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EBEB2D-60E5-46E0-80F4-19B8B9AB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4196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tekton_analyze_pipeline_run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580F0-BFFA-4877-B11B-A92C3DF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24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38242-10D0-43E4-BCF1-EF90F02E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8196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prometheus_query / prometheus_inventory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B58B8-EB77-4677-8F8F-2105BE1A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24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605C2-2C50-4CB0-BC1C-D281D9D6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2197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loki_log_summary</a:t>
            </a:r>
          </a:p>
        </p:txBody>
      </p:sp>
    </p:spTree>
    <p:extLst>
      <p:ext uri="{BB962C8B-B14F-4D97-AF65-F5344CB8AC3E}">
        <p14:creationId xmlns:p14="http://schemas.microsoft.com/office/powerpoint/2010/main" val="35902217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B109DF-72CC-45C9-87B0-04CE1E3D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89FC0-E73D-48D6-988B-1D5EEBA4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75C90-4785-47A8-B138-B009A683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4D104-D4ED-406B-9075-20421B1B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83238-A1F9-46CF-B9F5-3D0FE017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F6BFC-2F78-4C1D-A05F-DB3AFA07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7DB9-BF73-479A-999F-FB84E6C75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FC704-B4EF-44C8-8A5B-C17FBEF1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Tekton analysis 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C9F97-846F-4A70-8265-56E4E0E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Turn scattered cluster facts into structured SDLC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45520-AD06-4BDB-ACA3-FD944F6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07F22-6347-4A59-A112-3495FDCB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PipelineRun status, reason, and timing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91B9B-AE7E-40BC-A302-E01AB4F5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25D2B-3159-4690-A208-C3A4352B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TaskRun status 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73E37C-546B-46DD-B409-EC239F93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A2E111-B5BD-4172-85D8-FADA4E6F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repo URL, commit SHA, image reference, and digest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9086F-82E8-41D6-BA0C-383FC1F1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46A91-5D0D-4277-A890-D5781C5F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deployment target and rollout health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D38E5-A814-42ED-9C11-2DB1F2D7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12320-C6C3-4E9A-86F5-8A2824CC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Argo sync and health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AFA8E-8127-496C-8D0D-45E8694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26B1D-B4B6-4228-A2F7-C67EF470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530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registry-aware image alignment</a:t>
            </a:r>
          </a:p>
        </p:txBody>
      </p:sp>
    </p:spTree>
    <p:extLst>
      <p:ext uri="{BB962C8B-B14F-4D97-AF65-F5344CB8AC3E}">
        <p14:creationId xmlns:p14="http://schemas.microsoft.com/office/powerpoint/2010/main" val="90104108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62B1E-058D-4C9A-A198-8D82A81F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4438E-103A-4424-80C0-F339BA23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1815E-6CFA-4D34-A690-3D0DCCA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831C7-AA52-41F4-B16C-890AF8A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26C64-039B-460A-9075-50B72156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C35433-0F3E-44E7-9550-BFC27AD2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C58AD-0FEA-47AE-8B15-D38E3ABC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F423A2-F792-4C84-B530-755EC02F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Trusted autonomy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BF3051-249C-4754-B2CC-C408B2D9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goal is bounded autonomy, not fewer prompts by default.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74CD5-EB96-41C5-B187-370B533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9BCE89-B44A-4662-AC35-E730DAEA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scoped to environment, repo, branch, and namespace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B5610-A366-47E4-B492-DF416C0B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FC857-99DC-456C-9628-240B1BC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scoped to WorkPlan or ChangeSet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29E30-9736-4BBC-952B-EEF4370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74A1E7-7E42-4C41-AC68-3385D2CE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scoped to capability kind and 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79EBF-D86B-4433-94EA-41F0BD5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8A84D-6934-471F-80B1-92F3F723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time-bounded and auditable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4D19F-2225-4D2D-850F-20650854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9CA7D-EFDA-48A6-856F-216C3D49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invalidated when material plans change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5C9E3-B84C-4C36-8B80-4D265D38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E6CC1-0A38-46DF-ABC5-143E2B71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530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today: local file writes only</a:t>
            </a:r>
          </a:p>
        </p:txBody>
      </p:sp>
    </p:spTree>
    <p:extLst>
      <p:ext uri="{BB962C8B-B14F-4D97-AF65-F5344CB8AC3E}">
        <p14:creationId xmlns:p14="http://schemas.microsoft.com/office/powerpoint/2010/main" val="6705093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45023-EC9A-4AC3-9E16-8BF02F20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97D6C-381F-469A-AB87-1A3F0046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F5F74-8FA8-4388-8EEB-914B4085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94617-4FD1-4F18-8C8B-2E8E9526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AE8F1-CCAC-4439-8DC7-8CD990CA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C6DCE-67E3-4BD4-B45C-5ECEA1F2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30A0D6-922D-4B1B-BC4F-58DB2D10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DE6345-DEFC-4964-8147-8526C0C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Technical challenges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0B5BCE-7290-4B5E-B2A2-F818720A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interesting parts are mostly boring operational details.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6D1A0-466E-4726-AB61-13F5A209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20720-CEAB-452A-99E3-CCCF9632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AE604D-FCB4-442D-9C6F-05819241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Model protocols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DCD43-E257-4401-9471-595F0BD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1962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Tool support, malformed arguments, streaming assembly, and one-action discipline.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5C30E-E19E-4EBD-B783-5B645BAC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85A90-CFC5-432E-8900-82A87C77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5D56D-FAEB-4C8E-A030-E2F3E0C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Approval resume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A79EE-B2B8-4851-97E5-18DC13AF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86150"/>
            <a:ext cx="1962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Persist and resume the exact reviewed action, not a later model interpretation.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27995-C5CC-4866-BCC4-1D7C5337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C08A7E-2ABC-4761-B3BC-B383DC3E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718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5FE02-51E2-4135-8AF4-2C492373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Cluster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D1A92-513A-4362-8F92-AF27111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86150"/>
            <a:ext cx="1962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Parse before redaction, compact the payload, and deny secret-shaped reads early.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62706-B0CA-4CBA-9742-34327037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A6FA7-94B7-4CC4-B151-93C6BD5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7180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2BB649-D276-4F89-9158-3B1DDBF7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43250"/>
            <a:ext cx="1962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Drift and aliases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4A3274-A5F1-4403-9B19-D75A5901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19621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Registry host aliases should reduce false drift without hiding real mismatches.</a:t>
            </a:r>
          </a:p>
        </p:txBody>
      </p:sp>
    </p:spTree>
    <p:extLst>
      <p:ext uri="{BB962C8B-B14F-4D97-AF65-F5344CB8AC3E}">
        <p14:creationId xmlns:p14="http://schemas.microsoft.com/office/powerpoint/2010/main" val="86613126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5E8F6E-54A7-4974-9401-7B29E6F4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44407-5302-4296-8194-ACEFA420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CBC7D-0C06-400C-885E-BE916401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43E6D-917D-4667-84E5-8967AFE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B251B-2D97-4463-A641-C9237F32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CA930-52FB-4B38-A4C8-8805864F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BF696-8E09-492F-ACB6-0B71C1E4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5645E-29D7-4605-B717-D7DEB8E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What I would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4521-9E71-4AFC-8E2D-BC3694A2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Show that the runtime knows what happened.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27263-BCF8-497A-BD1A-7E1E4BC2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473FB-6B5A-4291-AD36-88EAB946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run read-only task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0D7782-3326-41E8-86EC-81A5CE05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FE319-2E6E-4A29-B964-008F4020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show event stream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5837C-DB91-4E03-AA7D-EC8075CA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6BD78A-9DC7-4936-92CE-558B2A88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show policy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1C8FA-5B41-4CC9-A2CB-1A539742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28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08F36-B95C-4E62-B14A-668F3D07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714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trigger write approval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101AEE-CB5D-4F52-B1A9-F73F1085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B821F-AE96-43B0-B3D0-F376F88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inspect preview diff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1B127C-3DC1-4275-A299-4125B76C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C8D637-A063-4AE3-A03D-99062FA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approve and resume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B698F-2FA4-42D3-A247-45EED066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D5A001-AFA5-481B-BFFB-9C6CFBBA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show final diff and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335CFB-E940-4F64-B94C-A51E392E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552950"/>
            <a:ext cx="128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F2BC2E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2BC2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B97952-F5EC-40C8-B768-DA705AC8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23875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show typed cluster read</a:t>
            </a:r>
          </a:p>
        </p:txBody>
      </p:sp>
    </p:spTree>
    <p:extLst>
      <p:ext uri="{BB962C8B-B14F-4D97-AF65-F5344CB8AC3E}">
        <p14:creationId xmlns:p14="http://schemas.microsoft.com/office/powerpoint/2010/main" val="165432727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96B18-BAB6-49C3-910E-C30329A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EEE9C-1A47-4A81-B933-28DB9913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DDCCD-2564-4512-9F0D-4E7BD583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64DFC-5B6D-434E-B76A-40B59858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D5DDE-04F8-4192-82B7-77928BD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B675B-3AC5-4BB4-9E83-335EBF7A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77EA8C-6A31-4966-98C4-73AA568E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BCFF8-28EF-4DE9-A4E5-26BC3D31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Roadmap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C2809-D0DE-4FE4-9A9E-B04750A7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Keep V1 useful while moving toward governed cluster execution.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34BBD-5F7D-47E2-8D0D-6A48E52D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7C957F-F532-4564-9D13-957C4F3F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85025-B4BA-4ADF-BAF5-03BBF829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Near term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8174F-7DC5-4623-A31B-D5127A58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WorkPlan and ChangeSet readiness, scoped grant negative smokes, stronger evidence retrieval, more dogfooding.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7B53C-E306-4BB1-96D1-D9622BEF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E4E5D-7F6D-4848-AD5E-DF2CF18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C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25AAC-8CF9-4FFE-8E91-8227BA8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V2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6DA5D-6726-4740-9761-078491B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Kubernetes worker pods, per-run workspace sandboxes, API/UI services, optional Postgres.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30DF3-0105-4EE5-A79E-1AB5A5C1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3048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C"/>
          </a:solidFill>
          <a:ln xmlns:a="http://schemas.openxmlformats.org/drawingml/2006/main" w="9525">
            <a:solidFill>
              <a:srgbClr val="2842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AD972-0364-4B91-AE09-1030A07D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670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8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D0692E-A58A-4311-863F-6698C8B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2628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F7F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2F7F8"/>
                </a:solidFill>
                <a:latin typeface="Aptos"/>
                <a:ea typeface="Aptos"/>
                <a:cs typeface="Aptos"/>
              </a:rPr>
              <a:t>V3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56210-8CBB-44DE-ACA4-CB003FD7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81400"/>
            <a:ext cx="2628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Tekton intents, Argo deployment intents, database operator capabilities, LGTM loops, CRD-backed resources.</a:t>
            </a:r>
          </a:p>
        </p:txBody>
      </p:sp>
    </p:spTree>
    <p:extLst>
      <p:ext uri="{BB962C8B-B14F-4D97-AF65-F5344CB8AC3E}">
        <p14:creationId xmlns:p14="http://schemas.microsoft.com/office/powerpoint/2010/main" val="20451797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5DB83-CC22-4C6C-89FB-C1B1A71B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C4765-EA0A-44E2-BAFD-ACF56B21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FD566-A013-41EE-BB91-D5893A73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267E5-BD36-4486-B2D1-2A7B20A1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24A5B-3460-43DE-A308-5E754107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B1BD7-C7A4-4952-A13A-ED5FFD5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D7B61-9C80-42EB-98B8-D46AC1F8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1C0C9-3BAA-4131-96BA-E2D9B4EA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The risk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590C19-B27F-43B1-A028-68E02323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The obvious failure mode is overbuilding.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37948-9240-49B2-9F81-2A7963D6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62E36-C5A8-47D2-A901-DF84D525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keep the policy model readable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2E5FD-D179-4EB6-9F82-69210A5A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B122C-9BE2-485D-A1BE-66D0A941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make every action explainable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7FD6C-924D-459A-B55E-7F4E542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7F05C0-955A-4984-8328-08C83FB6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add cluster capabilities one at a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A7B69-6532-4002-9935-B96DD1C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312A2-D414-42DA-97C4-AFF0C487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keep V1 locally useful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37B9E-DA3E-47A3-A221-2FECB836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FD2615-AA1B-413A-A9F3-899692CE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delete abstractions that do not make production workflows safer or clearer</a:t>
            </a:r>
          </a:p>
        </p:txBody>
      </p:sp>
    </p:spTree>
    <p:extLst>
      <p:ext uri="{BB962C8B-B14F-4D97-AF65-F5344CB8AC3E}">
        <p14:creationId xmlns:p14="http://schemas.microsoft.com/office/powerpoint/2010/main" val="40140597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D86602-AA60-425C-9486-2156572D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9B896-8CFA-428D-B59F-F98C20A6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6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53826-73AE-4ACE-8D73-0970798B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67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2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24D3F-98E3-46E8-ACAD-09B32BF4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PHarness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6F462-DED2-45C6-8978-DE768729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agent SDLC control plane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0280AF-60D2-4168-8BB3-4261390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8D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DA1A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74F71-5823-48E5-901B-55210902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2D7DF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18B6A-8566-4843-B359-4EA45CB8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2F7F8"/>
                </a:solidFill>
                <a:latin typeface="Aptos Display"/>
                <a:ea typeface="Aptos Display"/>
                <a:cs typeface="Aptos Display"/>
              </a:rPr>
              <a:t>Takeaways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8B8CF-A2F2-4E13-A9F1-9FE8E05B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Useful agent autonomy needs a control plane.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7C1B3-BE88-4258-8534-32564CD2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2B79D6-B6D0-4859-B51E-C1AD3EEF0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8194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typed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05B72-4CBC-4E55-A30B-20822B72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AF73E-2545-41B5-A402-5F44CAD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2861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scoped trust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A5991-12CF-4B89-B42E-46354D72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57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2E067-DB0D-402D-8011-8C9CEAF5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75285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durable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BE282-2F1E-401B-A23C-CD0F2B26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74995-FD88-4C41-BC20-7E51C59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1957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explicit approvals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7B772-0C4A-460C-963F-D0BA1B3B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2E2A2-51FA-4F1A-881B-F26CB53A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686300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replayable runs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CE67A-1523-4E6A-BB3F-096CD88D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D7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29AFF-E32F-433A-95F4-4F5CC0D2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53025"/>
            <a:ext cx="85725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6D2D6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6D2D6"/>
                </a:solidFill>
                <a:latin typeface="Aptos"/>
                <a:ea typeface="Aptos"/>
                <a:cs typeface="Aptos"/>
              </a:rPr>
              <a:t>cluster-native resource vocabulary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0C175-D971-4193-8735-D9A3B2F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2D7D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2D7DF"/>
                </a:solidFill>
                <a:latin typeface="Aptos"/>
                <a:ea typeface="Aptos"/>
                <a:cs typeface="Aptos"/>
              </a:rPr>
              <a:t>The model is the planner and actor. PHarness is the system that keeps it inside a governed operational story.</a:t>
            </a:r>
          </a:p>
        </p:txBody>
      </p:sp>
    </p:spTree>
    <p:extLst>
      <p:ext uri="{BB962C8B-B14F-4D97-AF65-F5344CB8AC3E}">
        <p14:creationId xmlns:p14="http://schemas.microsoft.com/office/powerpoint/2010/main" val="20779226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2026-06-05T21:10:41.7280000Z</dcterms:created>
  <dcterms:modified xsi:type="dcterms:W3CDTF">2026-06-05T21:10:41.7280000Z</dcterms:modified>
</coreProperties>
</file>